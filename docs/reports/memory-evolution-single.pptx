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自演进记忆策略：让系统自己学会如何记忆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不预设记忆策略，而是通过数据飞轮自动发现每个场景的最优记忆方式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603504"/>
            <a:ext cx="11731752" cy="438912"/>
          </a:xfrm>
          <a:prstGeom prst="roundRect">
            <a:avLst>
              <a:gd name="adj" fmla="val 12500"/>
            </a:avLst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03504"/>
            <a:ext cx="54864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21792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核心命题：</a:t>
            </a:r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记忆策略 = 一组可学习的参数</a:t>
            </a:r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（提取什么 / 怎么衰减 / 怎么检索 / 反思什么 / 怎么压缩）</a:t>
            </a:r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通过 Agent 使用反馈自动调优，而非人工为每个场景设计规则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13385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可学习的策略参数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89888"/>
            <a:ext cx="36576" cy="384048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提取策略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提取什么类型？权重如何？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99816" y="1581912"/>
            <a:ext cx="219456" cy="914"/>
          </a:xfrm>
          <a:prstGeom prst="line">
            <a:avLst/>
          </a:prstGeom>
          <a:noFill/>
          <a:ln w="1905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810512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EF3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810512"/>
            <a:ext cx="36576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衰减函数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199339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不同类型衰减速率？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99816" y="2002536"/>
            <a:ext cx="219456" cy="91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223113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231136"/>
            <a:ext cx="36576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2494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检索公式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41401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各信号混合权重？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99816" y="2423160"/>
            <a:ext cx="219456" cy="914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" y="265176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3EDF9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651760"/>
            <a:ext cx="36576" cy="384048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700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Trait 焦点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反思什么行为维度？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99816" y="2843784"/>
            <a:ext cx="219456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" y="3072384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DF9E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072384"/>
            <a:ext cx="36576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0906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压缩策略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325526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何时合并/归档？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99816" y="3264408"/>
            <a:ext cx="219456" cy="914"/>
          </a:xfrm>
          <a:prstGeom prst="line">
            <a:avLst/>
          </a:prstGeom>
          <a:noFill/>
          <a:ln w="19050">
            <a:solidFill>
              <a:srgbClr val="7D660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602736"/>
            <a:ext cx="2834640" cy="1188720"/>
          </a:xfrm>
          <a:prstGeom prst="roundRect">
            <a:avLst>
              <a:gd name="adj" fmla="val 461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602736"/>
            <a:ext cx="36576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手工设计策略的问题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38587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需要领域专家，成本高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0416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用户行为在变，策略会过时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2245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无法 A/B 对比策略效果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4074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新场景上线周期长（月级）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1133856"/>
            <a:ext cx="5257800" cy="4983480"/>
          </a:xfrm>
          <a:prstGeom prst="roundRect">
            <a:avLst>
              <a:gd name="adj" fmla="val 1835"/>
            </a:avLst>
          </a:prstGeom>
          <a:solidFill>
            <a:srgbClr val="FAFBFD"/>
          </a:solidFill>
          <a:ln w="12700">
            <a:solidFill>
              <a:srgbClr val="DEE5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1152144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自演进飞轮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447288" y="1426464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E8F6F3"/>
          </a:solidFill>
          <a:ln w="25400">
            <a:solidFill>
              <a:srgbClr val="0D7C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38728" y="1481328"/>
            <a:ext cx="548640" cy="219456"/>
          </a:xfrm>
          <a:prstGeom prst="ellipse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38728" y="14813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60520" y="14813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1：Q-value 实时反馈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38728" y="175564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调用记忆 → 任务成功/失败 → Q-value 自动更新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38728" y="195681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成功任务使用的记忆 → Q-value ↑  |  失败任务的记忆 → Q-value 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38728" y="213969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更新公式：Q_new = Q_old + α×(reward - Q_old)，零 GPU，纯数值更新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38728" y="232257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MemRL 研究证实：Q-value 加权检索在复杂多步任务提升 56%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538728" y="2542032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0D7C66"/>
          </a:solidFill>
          <a:ln/>
        </p:spPr>
      </p:sp>
      <p:sp>
        <p:nvSpPr>
          <p:cNvPr id="52" name="Text 50"/>
          <p:cNvSpPr/>
          <p:nvPr/>
        </p:nvSpPr>
        <p:spPr>
          <a:xfrm>
            <a:off x="3538728" y="2542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Lakebase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66460" y="2816352"/>
            <a:ext cx="914" cy="128016"/>
          </a:xfrm>
          <a:prstGeom prst="line">
            <a:avLst/>
          </a:prstGeom>
          <a:noFill/>
          <a:ln w="25400">
            <a:solidFill>
              <a:srgbClr val="0D7C66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052060" y="2807208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Q-value 轨迹数据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47288" y="2962656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FEF3E8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38728" y="3017520"/>
            <a:ext cx="548640" cy="21945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38728" y="301752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周级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16052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2：Lakebase 分支 A/B 实验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538728" y="329184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Copy-on-Write 分支 → 同一用户数据运行不同策略 → 对比效果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538728" y="349300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分支 A：高衰减策略  vs  分支 B：低衰减策略 → 聚合对比胜出上线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538728" y="367588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DataLake 聚合 Q-value 轨迹 → 发现场景级模式（如：客服场景情绪记忆 Q-value 显著更高）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538728" y="3858768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自动调整：该场景的情绪提取权重 ↑、检索排序权重 ↑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38728" y="40782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/>
        </p:spPr>
      </p:sp>
      <p:sp>
        <p:nvSpPr>
          <p:cNvPr id="64" name="Text 62"/>
          <p:cNvSpPr/>
          <p:nvPr/>
        </p:nvSpPr>
        <p:spPr>
          <a:xfrm>
            <a:off x="3538728" y="40782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分支实验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27448" y="4078224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0078B8"/>
          </a:solidFill>
          <a:ln/>
        </p:spPr>
      </p:sp>
      <p:sp>
        <p:nvSpPr>
          <p:cNvPr id="66" name="Text 64"/>
          <p:cNvSpPr/>
          <p:nvPr/>
        </p:nvSpPr>
        <p:spPr>
          <a:xfrm>
            <a:off x="4727448" y="40782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DataLake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66460" y="4352544"/>
            <a:ext cx="914" cy="12801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5052060" y="4343400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策略对比数据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447288" y="4498848"/>
            <a:ext cx="5038344" cy="1371600"/>
          </a:xfrm>
          <a:prstGeom prst="roundRect">
            <a:avLst>
              <a:gd name="adj" fmla="val 5333"/>
            </a:avLst>
          </a:prstGeom>
          <a:solidFill>
            <a:srgbClr val="F3EDF9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38728" y="4553712"/>
            <a:ext cx="640080" cy="21945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38728" y="455371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月/季度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251960" y="45537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3：RL 策略模型训练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538728" y="4828032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 Q-value 轨迹 + Trait 证据链 → Lance 格式训练数据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538728" y="502920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RL 训练策略网络：输入(场景特征+记忆数据) → 输出(最优策略参数向量)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538728" y="521208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DPO 对比：好策略 vs 差策略 → 4B-8B 专用策略模型（Dria 证实 4B 专用 &gt; 70B 通用）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538728" y="539496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新场景冷启动：用已学场景的策略模型做迁移学习，几周内自动收敛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538728" y="5614416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/>
        </p:spPr>
      </p:sp>
      <p:sp>
        <p:nvSpPr>
          <p:cNvPr id="78" name="Text 76"/>
          <p:cNvSpPr/>
          <p:nvPr/>
        </p:nvSpPr>
        <p:spPr>
          <a:xfrm>
            <a:off x="3538728" y="56144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RL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453128" y="5614416"/>
            <a:ext cx="914400" cy="1828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80" name="Text 78"/>
          <p:cNvSpPr/>
          <p:nvPr/>
        </p:nvSpPr>
        <p:spPr>
          <a:xfrm>
            <a:off x="4453128" y="56144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NPU/GPU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392424" y="5184648"/>
            <a:ext cx="-128016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3264408" y="5184648"/>
            <a:ext cx="914" cy="-3072384"/>
          </a:xfrm>
          <a:prstGeom prst="line">
            <a:avLst/>
          </a:prstGeom>
          <a:noFill/>
          <a:ln w="19050">
            <a:solidFill>
              <a:srgbClr val="6B3FA0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3264408" y="2112264"/>
            <a:ext cx="182880" cy="914"/>
          </a:xfrm>
          <a:prstGeom prst="line">
            <a:avLst/>
          </a:prstGeom>
          <a:noFill/>
          <a:ln w="19050">
            <a:solidFill>
              <a:srgbClr val="6B3FA0"/>
            </a:solidFill>
            <a:prstDash val="solid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2834640" y="351129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策略模型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更新参数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823960" y="11338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场景策略自动演进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823960" y="138988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E8F6F3"/>
          </a:solidFill>
          <a:ln w="12700">
            <a:solidFill>
              <a:srgbClr val="0D7C6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23960" y="1389888"/>
            <a:ext cx="36576" cy="402336"/>
          </a:xfrm>
          <a:prstGeom prst="rect">
            <a:avLst/>
          </a:prstGeom>
          <a:solidFill>
            <a:srgbClr val="0D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15400" y="140817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客服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1201400" y="1417320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0D7C66"/>
          </a:solidFill>
          <a:ln/>
        </p:spPr>
      </p:sp>
      <p:sp>
        <p:nvSpPr>
          <p:cNvPr id="90" name="Text 88"/>
          <p:cNvSpPr/>
          <p:nvPr/>
        </p:nvSpPr>
        <p:spPr>
          <a:xfrm>
            <a:off x="11201400" y="1417320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周收敛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915400" y="159105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自动学会：情绪记忆权重 &gt; 事实记忆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823960" y="1828800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EF3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23960" y="1828800"/>
            <a:ext cx="36576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915400" y="184708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销售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11201400" y="1856232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96" name="Text 94"/>
          <p:cNvSpPr/>
          <p:nvPr/>
        </p:nvSpPr>
        <p:spPr>
          <a:xfrm>
            <a:off x="11201400" y="185623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周收敛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915400" y="2029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自动学会：决策人+竞品提及 重点提取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8823960" y="2267712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3EDF9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23960" y="2267712"/>
            <a:ext cx="36576" cy="402336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15400" y="22860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教育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1201400" y="2295144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6B3FA0"/>
          </a:solidFill>
          <a:ln/>
        </p:spPr>
      </p:sp>
      <p:sp>
        <p:nvSpPr>
          <p:cNvPr id="102" name="Text 100"/>
          <p:cNvSpPr/>
          <p:nvPr/>
        </p:nvSpPr>
        <p:spPr>
          <a:xfrm>
            <a:off x="11201400" y="2295144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周收敛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8915400" y="24688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自动学会：知识点永不衰减+错题高权重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823960" y="2706624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823960" y="2706624"/>
            <a:ext cx="36576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15400" y="272491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医疗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1201400" y="2734056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08" name="Text 106"/>
          <p:cNvSpPr/>
          <p:nvPr/>
        </p:nvSpPr>
        <p:spPr>
          <a:xfrm>
            <a:off x="11201400" y="2734056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周收敛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915400" y="29077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自动学会：append-only + 症状时序链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8823960" y="3145536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23960" y="3145536"/>
            <a:ext cx="3657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915400" y="316382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法律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1201400" y="3172968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114" name="Text 112"/>
          <p:cNvSpPr/>
          <p:nvPr/>
        </p:nvSpPr>
        <p:spPr>
          <a:xfrm>
            <a:off x="11201400" y="3172968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周收敛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915400" y="334670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自动学会：先例关联 + 法规版本追踪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823960" y="3584448"/>
            <a:ext cx="3154680" cy="402336"/>
          </a:xfrm>
          <a:prstGeom prst="roundRect">
            <a:avLst>
              <a:gd name="adj" fmla="val 13636"/>
            </a:avLst>
          </a:prstGeom>
          <a:solidFill>
            <a:srgbClr val="FDF9E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823960" y="3584448"/>
            <a:ext cx="36576" cy="402336"/>
          </a:xfrm>
          <a:prstGeom prst="rect">
            <a:avLst/>
          </a:prstGeom>
          <a:solidFill>
            <a:srgbClr val="7D66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915400" y="36027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研究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11201400" y="3611880"/>
            <a:ext cx="713232" cy="164592"/>
          </a:xfrm>
          <a:prstGeom prst="roundRect">
            <a:avLst>
              <a:gd name="adj" fmla="val 16667"/>
            </a:avLst>
          </a:prstGeom>
          <a:solidFill>
            <a:srgbClr val="7D6608"/>
          </a:solidFill>
          <a:ln/>
        </p:spPr>
      </p:sp>
      <p:sp>
        <p:nvSpPr>
          <p:cNvPr id="120" name="Text 118"/>
          <p:cNvSpPr/>
          <p:nvPr/>
        </p:nvSpPr>
        <p:spPr>
          <a:xfrm>
            <a:off x="11201400" y="3611880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周收敛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8915400" y="378561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自动学会：论点链保留 + 矛盾检测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8823960" y="4078224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15400" y="41148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跨场景迁移学习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8915400" y="429768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新场景上线 → 已学策略模型热启动 → 几周内自动收敛到最优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8823960" y="462686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为什么竞品无法复制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8823960" y="486460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Mem0 / MemOS：</a:t>
            </a:r>
            <a:pPr algn="l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Q-value 反馈，策略写死在代码里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823960" y="506577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Supermemory：</a:t>
            </a:r>
            <a:pPr algn="l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有图谱但无学习闭环，无法自优化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8823960" y="5266944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HydraDB：</a:t>
            </a:r>
            <a:pPr algn="l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高精度但静态策略，不能适应场景变化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8823960" y="546811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 Preset：</a:t>
            </a:r>
            <a:pPr algn="l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需领域专家，不能演进，会过时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" y="6437376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竞争力本质：</a:t>
            </a:r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竞品在设计记忆策略，我们在学习记忆策略。</a:t>
            </a:r>
            <a:endParaRPr lang="en-US" sz="1300" dirty="0"/>
          </a:p>
        </p:txBody>
      </p:sp>
      <p:sp>
        <p:nvSpPr>
          <p:cNvPr id="132" name="Text 130"/>
          <p:cNvSpPr/>
          <p:nvPr/>
        </p:nvSpPr>
        <p:spPr>
          <a:xfrm>
            <a:off x="365760" y="6638544"/>
            <a:ext cx="11457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Lakebase 分支实验  ×  DataLake 批量分析  ×  Q-value 闭环反馈  ×  Ray RL 策略训练  =  自演进飞轮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自演进记忆策略</dc:title>
  <dc:subject>PptxGenJS Presentation</dc:subject>
  <dc:creator>DBay Team</dc:creator>
  <cp:lastModifiedBy>DBay Team</cp:lastModifiedBy>
  <cp:revision>1</cp:revision>
  <dcterms:created xsi:type="dcterms:W3CDTF">2026-03-29T14:53:36Z</dcterms:created>
  <dcterms:modified xsi:type="dcterms:W3CDTF">2026-03-29T14:53:36Z</dcterms:modified>
</cp:coreProperties>
</file>