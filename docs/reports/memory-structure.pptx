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记忆语义结构化：从碎片文本到知识图谱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通过注入时增强 + 定期反思整理，让记忆形成语义网络，支撑 Agent 高质量召回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21792"/>
            <a:ext cx="11823192" cy="2606040"/>
          </a:xfrm>
          <a:prstGeom prst="roundRect">
            <a:avLst>
              <a:gd name="adj" fmla="val 3509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注入时结构化流水线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6766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每条对话进入记忆前，经过 4 步语义增强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024128"/>
            <a:ext cx="256032" cy="25603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024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024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滑动窗口 + 代词消解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716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原文：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1371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"她讨厌那个框架"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7190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增强：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171907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"Alice 讨厌 React 框架"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上下文窗口回溯 5 轮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消解代词、补全省略实体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注入用户属性（职业等）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066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 HydraDB f_θ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08376" y="1984248"/>
            <a:ext cx="128016" cy="914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72968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024128"/>
            <a:ext cx="256032" cy="256032"/>
          </a:xfrm>
          <a:prstGeom prst="ellipse">
            <a:avLst/>
          </a:prstGeom>
          <a:solidFill>
            <a:srgbClr val="0D7C66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1024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57016" y="1024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实体抽取 + 关系图谱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4408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13898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——WORKS_AT——▶ Meta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55848" y="15727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——DISLIKES——▶ React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55848" y="17556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 ——USES———▶ React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64408" y="210312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自动提取实体和关系三元组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228600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20+ 关系类型分类标注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64408" y="24688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双向实体查询索引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64408" y="2706624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0D7C66"/>
          </a:solidFill>
          <a:ln/>
        </p:spPr>
      </p:sp>
      <p:sp>
        <p:nvSpPr>
          <p:cNvPr id="36" name="Text 34"/>
          <p:cNvSpPr/>
          <p:nvPr/>
        </p:nvSpPr>
        <p:spPr>
          <a:xfrm>
            <a:off x="3264408" y="27066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 Supermemory Graph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815584" y="1984248"/>
            <a:ext cx="128016" cy="914"/>
          </a:xfrm>
          <a:prstGeom prst="line">
            <a:avLst/>
          </a:prstGeom>
          <a:noFill/>
          <a:ln w="317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980176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53328" y="1024128"/>
            <a:ext cx="256032" cy="25603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0" name="Text 38"/>
          <p:cNvSpPr/>
          <p:nvPr/>
        </p:nvSpPr>
        <p:spPr>
          <a:xfrm>
            <a:off x="6053328" y="1024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64224" y="1024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多向量存储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71616" y="13716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v_content  原文向量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71616" y="153619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直接语义匹配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71616" y="17373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v_inferred  增强向量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71616" y="190195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捕获代词消解后的隐含语义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71616" y="21031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v_sparse  BM25 特征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71616" y="226771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关键词精确匹配（罕见词不丢失）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71616" y="2505456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三路融合：S = α·content + β·inferred + γ·BM25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71616" y="270662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/>
        </p:spPr>
      </p:sp>
      <p:sp>
        <p:nvSpPr>
          <p:cNvPr id="50" name="Text 48"/>
          <p:cNvSpPr/>
          <p:nvPr/>
        </p:nvSpPr>
        <p:spPr>
          <a:xfrm>
            <a:off x="6071616" y="27066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 HydraDB 三路检索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622792" y="1984248"/>
            <a:ext cx="128016" cy="914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787384" y="969264"/>
            <a:ext cx="2606040" cy="2029968"/>
          </a:xfrm>
          <a:prstGeom prst="roundRect">
            <a:avLst>
              <a:gd name="adj" fmla="val 3604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0536" y="1024128"/>
            <a:ext cx="256032" cy="256032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54" name="Text 52"/>
          <p:cNvSpPr/>
          <p:nvPr/>
        </p:nvSpPr>
        <p:spPr>
          <a:xfrm>
            <a:off x="8860536" y="1024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71432" y="10241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版本化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878824" y="1353312"/>
            <a:ext cx="24231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70264" y="13898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2024.3  LIVES_IN: NYC (startup)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70264" y="15727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2024.9  LIVES_IN: London (Meta)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970264" y="17556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  PREFERS: Vue → React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878824" y="210312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不覆盖旧值，只追加新版本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878824" y="228600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每条变更附 C_meta 变更原因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878824" y="24688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支持时间旅行查询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878824" y="2706624"/>
            <a:ext cx="1463040" cy="201168"/>
          </a:xfrm>
          <a:prstGeom prst="roundRect">
            <a:avLst>
              <a:gd name="adj" fmla="val 13636"/>
            </a:avLst>
          </a:prstGeom>
          <a:solidFill>
            <a:srgbClr val="6B3FA0"/>
          </a:solidFill>
          <a:ln/>
        </p:spPr>
      </p:sp>
      <p:sp>
        <p:nvSpPr>
          <p:cNvPr id="64" name="Text 62"/>
          <p:cNvSpPr/>
          <p:nvPr/>
        </p:nvSpPr>
        <p:spPr>
          <a:xfrm>
            <a:off x="8878824" y="27066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 HydraDB Ledger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82880" y="33832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4198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定期反思与记忆整理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3200400" y="34381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后台异步执行，零运行时开销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3730752"/>
            <a:ext cx="36576" cy="713232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8912" y="3767328"/>
            <a:ext cx="219456" cy="219456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71" name="Text 69"/>
          <p:cNvSpPr/>
          <p:nvPr/>
        </p:nvSpPr>
        <p:spPr>
          <a:xfrm>
            <a:off x="438912" y="37673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94944" y="37673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反思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38912" y="4023360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Episode 中发现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8912" y="4151376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用户行为模式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8912" y="427939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步流水线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874520" y="4087368"/>
            <a:ext cx="73152" cy="914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9659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EF3E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65960" y="3730752"/>
            <a:ext cx="36576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39112" y="3767328"/>
            <a:ext cx="219456" cy="21945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0" name="Text 78"/>
          <p:cNvSpPr/>
          <p:nvPr/>
        </p:nvSpPr>
        <p:spPr>
          <a:xfrm>
            <a:off x="2039112" y="37673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295144" y="37673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证据聚合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039112" y="4023360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支持/反驳证据链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039112" y="4151376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置信度 A/B/C/D 评级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039112" y="427939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矛盾检测与消解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474720" y="4087368"/>
            <a:ext cx="73152" cy="914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3566160" y="373075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E0F2F1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66160" y="3730752"/>
            <a:ext cx="36576" cy="713232"/>
          </a:xfrm>
          <a:prstGeom prst="rect">
            <a:avLst/>
          </a:prstGeom>
          <a:solidFill>
            <a:srgbClr val="007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39312" y="3767328"/>
            <a:ext cx="219456" cy="219456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89" name="Text 87"/>
          <p:cNvSpPr/>
          <p:nvPr/>
        </p:nvSpPr>
        <p:spPr>
          <a:xfrm>
            <a:off x="3639312" y="37673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895344" y="37673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图谱整理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639312" y="4023360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合并冗余实体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639312" y="4151376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层级摘要 L0/L1/L2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3639312" y="4279392"/>
            <a:ext cx="1280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智能遗忘低Q记忆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65760" y="4581144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2920" y="4617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生命周期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864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5D6D7E"/>
          </a:solidFill>
          <a:ln/>
        </p:spPr>
      </p:sp>
      <p:sp>
        <p:nvSpPr>
          <p:cNvPr id="97" name="Text 95"/>
          <p:cNvSpPr/>
          <p:nvPr/>
        </p:nvSpPr>
        <p:spPr>
          <a:xfrm>
            <a:off x="548640" y="48554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97864" y="4992624"/>
            <a:ext cx="146304" cy="914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132588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100" name="Text 98"/>
          <p:cNvSpPr/>
          <p:nvPr/>
        </p:nvSpPr>
        <p:spPr>
          <a:xfrm>
            <a:off x="1325880" y="48554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975104" y="4992624"/>
            <a:ext cx="146304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10312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103" name="Text 101"/>
          <p:cNvSpPr/>
          <p:nvPr/>
        </p:nvSpPr>
        <p:spPr>
          <a:xfrm>
            <a:off x="2103120" y="48554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52344" y="4992624"/>
            <a:ext cx="146304" cy="91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288036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0D7C66"/>
          </a:solidFill>
          <a:ln/>
        </p:spPr>
      </p:sp>
      <p:sp>
        <p:nvSpPr>
          <p:cNvPr id="106" name="Text 104"/>
          <p:cNvSpPr/>
          <p:nvPr/>
        </p:nvSpPr>
        <p:spPr>
          <a:xfrm>
            <a:off x="2880360" y="48554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529584" y="4992624"/>
            <a:ext cx="146304" cy="914"/>
          </a:xfrm>
          <a:prstGeom prst="line">
            <a:avLst/>
          </a:prstGeom>
          <a:noFill/>
          <a:ln w="190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3657600" y="4855464"/>
            <a:ext cx="667512" cy="274320"/>
          </a:xfrm>
          <a:prstGeom prst="roundRect">
            <a:avLst>
              <a:gd name="adj" fmla="val 13333"/>
            </a:avLst>
          </a:prstGeom>
          <a:solidFill>
            <a:srgbClr val="6B3FA0"/>
          </a:solidFill>
          <a:ln/>
        </p:spPr>
      </p:sp>
      <p:sp>
        <p:nvSpPr>
          <p:cNvPr id="109" name="Text 107"/>
          <p:cNvSpPr/>
          <p:nvPr/>
        </p:nvSpPr>
        <p:spPr>
          <a:xfrm>
            <a:off x="3657600" y="4855464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297680" y="4443984"/>
            <a:ext cx="914" cy="914400"/>
          </a:xfrm>
          <a:prstGeom prst="line">
            <a:avLst/>
          </a:prstGeom>
          <a:noFill/>
          <a:ln w="19050">
            <a:solidFill>
              <a:srgbClr val="00796B"/>
            </a:solidFill>
            <a:prstDash val="dash"/>
          </a:ln>
        </p:spPr>
      </p:sp>
      <p:sp>
        <p:nvSpPr>
          <p:cNvPr id="111" name="Text 109"/>
          <p:cNvSpPr/>
          <p:nvPr/>
        </p:nvSpPr>
        <p:spPr>
          <a:xfrm>
            <a:off x="3566160" y="523951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715000" y="3383280"/>
            <a:ext cx="6263640" cy="274320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52160" y="34198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结构化带来的检索能力提升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5852160" y="3730752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943600" y="3749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传统方式：碎片化存储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5943600" y="396849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"她讨厌那个框架" → 丢失主语和指代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943600" y="4114800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moved to the office" → 丢失职业上下文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5943600" y="4261104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更新覆盖旧值 → 历史信息永久丢失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5943600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 记忆碎片化不可检索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8915400" y="3730752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06840" y="3749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结构化方式：语义网络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9006840" y="396849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代词消解 → 实体明确、可检索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9006840" y="4114800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图谱关联 → 多跳推理可达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9006840" y="4261104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→ 完整时间线可回溯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9006840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三路融合检索 → 召回率大幅提升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852160" y="4965192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0D7C66"/>
          </a:solidFill>
          <a:ln w="19050">
            <a:solidFill>
              <a:srgbClr val="0D7C6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925312" y="500176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图谱多跳推理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5925312" y="5221224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Alice→Meta→React 关联推理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8869680" y="4965192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6B3FA0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942832" y="500176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时间旅行查询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8942832" y="5221224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"去年 Q3 时的技术栈是什么"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852160" y="5568696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B4530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925312" y="5605272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三路融合召回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5925312" y="582472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语义+增强+关键词 交叉验证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8869680" y="5568696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1565C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942832" y="5605272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L0/L1/L2 渐进返回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8942832" y="582472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先摘要后详情，节省 83% Token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65760" y="6437376"/>
            <a:ext cx="11457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竞争力本质：</a:t>
            </a:r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竞品存储文本碎片，我们构建语义网络。</a:t>
            </a:r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注入时增强（代词消解+图谱+多向量）+ 定期反思（Trait+证据+整理）= Agent 的结构化长期记忆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记忆语义结构化</dc:title>
  <dc:subject>PptxGenJS Presentation</dc:subject>
  <dc:creator>DBay Team</dc:creator>
  <cp:lastModifiedBy>DBay Team</cp:lastModifiedBy>
  <cp:revision>1</cp:revision>
  <dcterms:created xsi:type="dcterms:W3CDTF">2026-03-29T14:27:11Z</dcterms:created>
  <dcterms:modified xsi:type="dcterms:W3CDTF">2026-03-29T14:27:11Z</dcterms:modified>
</cp:coreProperties>
</file>