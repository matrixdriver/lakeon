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 Agent 场景需要不同的记忆策略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 × 3 层记忆系统 = 场景化 Preset 配置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896112"/>
            <a:ext cx="21762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 编码助手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/ Cursor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7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7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全量注入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200行上限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Decision / Rejection / Pattern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不衰减（决策长期有效）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无语义检索，全量加载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7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9204" y="2968752"/>
            <a:ext cx="2066544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人工可编辑 · Git 可追踪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20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20340" y="896112"/>
            <a:ext cx="2176272" cy="347472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6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 个人助理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66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OpenClaw / ChatGPT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93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93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+ SQLite 混合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93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核心文件全注入 + 历史搜索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93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93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Trait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93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93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指数衰减 λ=0.95/周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93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Vector+BM25+RRF+MMR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93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预算：&lt;800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75204" y="2968752"/>
            <a:ext cx="2066544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3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精准召回 · 节省 72% Token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06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6340" y="896112"/>
            <a:ext cx="217627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2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 业务垂直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52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客服 / 销售 / 法律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79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79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 DB 按需加载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79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客户ID精确 + 语义补充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79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79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Decision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79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079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不衰减（审计合规）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79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ID精确 + 语义 + RBAC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079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预算：按需完整加载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61204" y="2968752"/>
            <a:ext cx="2066544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审计轨迹 · Append-only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292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92340" y="896112"/>
            <a:ext cx="2176272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8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 多Agent协作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338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CrewAI / AutoGen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65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365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共享状态实时读取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65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65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65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 / Result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365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65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任务结束整体清除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365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365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预算：&lt;200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347204" y="2968752"/>
            <a:ext cx="2066544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65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跨Agent状态共享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578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78340" y="896112"/>
            <a:ext cx="21762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24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 长期陪伴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624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Character.AI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651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651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人格 + 情感 + 关系图谱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651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情感权重优先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651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651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/ Episode + 情感标注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651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651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强衰减 λ=0.92/天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651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语义+情感+关系图谱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651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预算：&lt;1500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9633204" y="2968752"/>
            <a:ext cx="20665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51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人格一致 · 情感记忆弧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82880" y="3493008"/>
            <a:ext cx="11823192" cy="2834640"/>
          </a:xfrm>
          <a:prstGeom prst="roundRect">
            <a:avLst>
              <a:gd name="adj" fmla="val 3226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52958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统一三层记忆系统 — 同一引擎，场景化配置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编码助手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个人助理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业务垂直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多Agent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长期陪伴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20040" y="409651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" y="4096512"/>
            <a:ext cx="45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1480" y="413308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策略层</a:t>
            </a:r>
            <a:endParaRPr lang="en-US" sz="12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11480" y="437083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 / 衰减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合并</a:t>
            </a:r>
            <a:r>
              <a:rPr lang="en-US" altLang="zh-CN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/  </a:t>
            </a: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排序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反思</a:t>
            </a:r>
            <a:endParaRPr lang="zh-CN" alt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911096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47672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Markdown 全量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947672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947672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全文匹配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906317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42893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3942893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指数衰减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942893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Q-value 加权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90153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3811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规则提取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593811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不衰减(合规)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593811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ID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89675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3333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任务结束提取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793333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整体清除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793333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任务ID精确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9891979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928555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异步提取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9928555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情感权重衰减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9928555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1051560" y="476402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320040" y="482803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20040" y="4828032"/>
            <a:ext cx="45720" cy="65836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" y="486460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组织层</a:t>
            </a:r>
            <a:endParaRPr lang="en-US" sz="12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411480" y="510235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类型 / 元数据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911096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947672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Decision/Pattern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1947672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YAML 前缀元数据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1947672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Git 版本追踪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3906317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942893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3942893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置信度+时间戳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3942893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人物关系图谱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590153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93811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Fact/Decision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593811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审计日志+RBAC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3811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客户关系图谱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789675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93333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Context/Result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793333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任务依赖标注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793333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 DAG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9891979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928555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9928555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情感+人格标注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9928555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1051560" y="549554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320040" y="555955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0040" y="5559552"/>
            <a:ext cx="45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11480" y="559612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存储层</a:t>
            </a:r>
            <a:endParaRPr lang="en-US" sz="12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411480" y="583387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 / 全文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1911096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947672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本地 Markdown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1947672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远程 pgvector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947672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人工可编辑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3906317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942893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BM25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3942893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sqlite-vec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3942893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RRF+MMR 融合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590153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3811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PostgreSQL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593811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Append-only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593811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RBAC 权限隔离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789675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93333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Redis 共享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793333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PG 持久化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2" name="Text 160"/>
          <p:cNvSpPr/>
          <p:nvPr/>
        </p:nvSpPr>
        <p:spPr>
          <a:xfrm>
            <a:off x="793333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亚秒级延迟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9891979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928555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9928555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时间线分区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9928555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情感索引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统一引擎 + 场景 Preset：编码助手用 Markdown 全量注入，个人助理用精准召回，业务 Agent 用审计存储 — 一套代码，配置差异化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WPS 文字</Application>
  <PresentationFormat>On-screen Show (16:9)</PresentationFormat>
  <Paragraphs>242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Apple Color Emoji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场景化记忆策略</dc:title>
  <dc:creator>DBay Team</dc:creator>
  <dc:subject>PptxGenJS Presentation</dc:subject>
  <cp:lastModifiedBy>Jacky</cp:lastModifiedBy>
  <cp:revision>5</cp:revision>
  <dcterms:created xsi:type="dcterms:W3CDTF">2026-03-29T14:47:02Z</dcterms:created>
  <dcterms:modified xsi:type="dcterms:W3CDTF">2026-03-29T14:47:02Z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49F060FCA0474000CC3AC9693A93BC18_42</vt:lpwstr>
  </property>
  <property fmtid="{D5CDD505-2E9C-101B-9397-08002B2CF9AE}" pid="3" name="KSOProductBuildVer">
    <vt:lpwstr>2052-12.1.24709.24709</vt:lpwstr>
  </property>
</Properties>
</file>